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4000" b="1">
                <a:solidFill>
                  <a:srgbClr val="00BFFF"/>
                </a:solidFill>
              </a:defRPr>
            </a:pPr>
            <a:r>
              <a:t>Encryption and Decryption Tool Using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Student: Mayar Yousef Alsaeed</a:t>
            </a:r>
            <a:br/>
            <a:r>
              <a:t>Student ID: 461210731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4000" b="1">
                <a:solidFill>
                  <a:srgbClr val="00BFF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• Encryption turns readable text into secret code.</a:t>
            </a:r>
            <a:br/>
            <a:r>
              <a:t>• Decryption turns it back to readable text.</a:t>
            </a:r>
            <a:br/>
            <a:r>
              <a:t>• Goal: Build a Python tool to understand encryption.</a:t>
            </a:r>
            <a:br/>
            <a:r>
              <a:t>• Importance: Protects personal and sensitive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4000" b="1">
                <a:solidFill>
                  <a:srgbClr val="00BFFF"/>
                </a:solidFill>
              </a:defRPr>
            </a:pPr>
            <a:r>
              <a:t>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• Cybersecurity protects systems, networks, and data.</a:t>
            </a:r>
            <a:br/>
            <a:r>
              <a:t>• Encryption ensures:</a:t>
            </a:r>
            <a:br/>
            <a:r>
              <a:t>  - Confidentiality</a:t>
            </a:r>
            <a:br/>
            <a:r>
              <a:t>  - Integrity</a:t>
            </a:r>
            <a:br/>
            <a:r>
              <a:t>  - Authentication</a:t>
            </a:r>
            <a:br/>
            <a:r>
              <a:t>• Other tools: MFA, secure protocols, patching.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4000" b="1">
                <a:solidFill>
                  <a:srgbClr val="00BFFF"/>
                </a:solidFill>
              </a:defRPr>
            </a:pPr>
            <a:r>
              <a:t>Cryptography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• Python’s cryptography library supports:</a:t>
            </a:r>
            <a:br/>
            <a:r>
              <a:t>  - Symmetric encryption (one key).</a:t>
            </a:r>
            <a:br/>
            <a:r>
              <a:t>  - Asymmetric encryption (public/private keys).</a:t>
            </a:r>
            <a:br/>
            <a:r>
              <a:t>• Fernet is a simple and secure tool for encryption.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4000" b="1">
                <a:solidFill>
                  <a:srgbClr val="00BFFF"/>
                </a:solidFill>
              </a:defRPr>
            </a:pPr>
            <a:r>
              <a:t>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• Ancient ciphers: Caesar cipher.</a:t>
            </a:r>
            <a:br/>
            <a:r>
              <a:t>• WWII: Enigma machine.</a:t>
            </a:r>
            <a:br/>
            <a:r>
              <a:t>• Modern encryption: AES and RSA.</a:t>
            </a:r>
            <a:br/>
            <a:r>
              <a:t>• Cryptography protects digital communication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4000" b="1">
                <a:solidFill>
                  <a:srgbClr val="00BFFF"/>
                </a:solidFill>
              </a:defRPr>
            </a:pPr>
            <a:r>
              <a:t>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• Symmetric Encryption:</a:t>
            </a:r>
            <a:br/>
            <a:r>
              <a:t>  - One shared key (fast but needs secure exchange).</a:t>
            </a:r>
            <a:br/>
            <a:r>
              <a:t>  - Example: AES, Fernet.</a:t>
            </a:r>
            <a:br/>
            <a:r>
              <a:t>• Asymmetric Encryption:</a:t>
            </a:r>
            <a:br/>
            <a:r>
              <a:t>  - Public/private key pair (more secure).</a:t>
            </a:r>
            <a:br/>
            <a:r>
              <a:t>  - Example: RSA.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4000" b="1">
                <a:solidFill>
                  <a:srgbClr val="00BFFF"/>
                </a:solidFill>
              </a:defRPr>
            </a:pPr>
            <a:r>
              <a:t>Selected Algorithm – Fernet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• Uses AES + HMAC for encryption and verification.</a:t>
            </a:r>
            <a:br/>
            <a:r>
              <a:t>• Secure and easy to use.</a:t>
            </a:r>
            <a:br/>
            <a:r>
              <a:t>• Great for learning and projects.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4000" b="1">
                <a:solidFill>
                  <a:srgbClr val="00BFFF"/>
                </a:solidFill>
              </a:defRPr>
            </a:pPr>
            <a:r>
              <a:t>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• Python code demonstrates:</a:t>
            </a:r>
            <a:br/>
            <a:r>
              <a:t>  - Generating a key</a:t>
            </a:r>
            <a:br/>
            <a:r>
              <a:t>  - Encrypting a message</a:t>
            </a:r>
            <a:br/>
            <a:r>
              <a:t>  - Decrypting the message.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4000" b="1">
                <a:solidFill>
                  <a:srgbClr val="00BFFF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• Encrypted Message: unreadable text → shows confidentiality.</a:t>
            </a:r>
            <a:br/>
            <a:r>
              <a:t>• Decrypted Message: original text restored → shows integrity.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4000" b="1">
                <a:solidFill>
                  <a:srgbClr val="00B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• The tool shows the importance of encryption in cybersecurity.</a:t>
            </a:r>
            <a:br/>
            <a:r>
              <a:t>• Fernet ensures data confidentiality and integrity.</a:t>
            </a:r>
            <a:br/>
            <a:r>
              <a:t>• Future work: add RSA and key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4000" b="1">
                <a:solidFill>
                  <a:srgbClr val="00B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Khan Academy – Cryptography Basics</a:t>
            </a:r>
            <a:br/>
            <a:r>
              <a:t>NIST – AES Standard</a:t>
            </a:r>
            <a:br/>
            <a:r>
              <a:t>NSA – History of Cryptography</a:t>
            </a:r>
            <a:br/>
            <a:r>
              <a:t>Palo Alto Networks – What is Cybersecurity</a:t>
            </a:r>
            <a:br/>
            <a:r>
              <a:t>PyCA Documentation – Cryptography 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